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dirty="0"/>
              <a:t>Heart Disease Prediction using Machine Learning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Apoorv </a:t>
            </a: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Chaubey(2211985011), Anuj Nain(2210992576),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Aditya Kaushal(2211981022), Vedant Lodhi()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Swati Goel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1BFCD-FB2A-B088-2F41-EB26E8A50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AB732F1-70E8-DABB-235F-4599E521045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353961" y="1570030"/>
            <a:ext cx="8436078" cy="3717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is one of the leading causes of death globally.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prediction can reduce medical risks and improve treatment.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helps in faster and more accurate diagnosis.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focuses on predicting heart disease using patient medical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0" indent="0" algn="just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diagnosis methods may be slow and prone to human error.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64313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4494D-A587-A5A2-9AA9-5AF63358E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66BCDE8-4126-A344-2B95-D6B3B7C62579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71308" y="2136340"/>
            <a:ext cx="780138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 heart disease using Machine 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multiple classification algorithms.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performance using feature selection.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dimensionality reduction using PCA.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the best-performing model. </a:t>
            </a:r>
          </a:p>
        </p:txBody>
      </p:sp>
    </p:spTree>
    <p:extLst>
      <p:ext uri="{BB962C8B-B14F-4D97-AF65-F5344CB8AC3E}">
        <p14:creationId xmlns:p14="http://schemas.microsoft.com/office/powerpoint/2010/main" val="2294315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CFBD5-025E-381F-8865-9DF118298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633884" cy="91404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Preprocessing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0BFDB-5C1F-3E6B-982E-A4E18FE7D5B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199" y="1091381"/>
            <a:ext cx="8352503" cy="51226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Information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Disease Dataset (Kaggle)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Records: 1025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Records After Cleaning: 302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Features: 14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Steps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removal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Train-test split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Feature-target separation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Observation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700 duplicate rows were removed to avoid model bias.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1667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1AF1C-C0D4-133A-6E1D-BB612628B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DA0B3C-91C8-2CEE-7E28-846572E48CE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32621" y="914040"/>
            <a:ext cx="8878528" cy="559455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Used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KNN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Pipeline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Training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Feature Selection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Principal Component Analysis (PCA)</a:t>
            </a:r>
          </a:p>
          <a:p>
            <a:pPr marL="0" indent="0" algn="just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</a:t>
            </a:r>
          </a:p>
          <a:p>
            <a:pPr algn="just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6183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F26B-F28E-E1EC-89A9-514FCACE9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7128388" cy="91404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&amp; Chi-Square Results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0B5D5B-6B89-55A1-ECDB-F01D853F7C1D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83459" y="1189703"/>
            <a:ext cx="8888361" cy="55552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Experiment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trained using all features.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produced strong initial performance.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Feature Selection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important features selected.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efficiency by removing irrelevant attributes.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achieved the best performance in Chi-Square.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0501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1744C-86D3-C26A-A940-A6FCE9A3E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RFE Results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A2114-45B4-7AC4-6FF3-AA40E4844D89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914041"/>
            <a:ext cx="8229240" cy="561457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Recursive Feature Elimination (RFE)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RFE -</a:t>
            </a:r>
          </a:p>
          <a:p>
            <a:pPr marL="0" indent="0">
              <a:buNone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RFE removes weak features iteratively based on model importance.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Model -</a:t>
            </a: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+ RFE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88.52%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Recall: 100%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Score: 89.23%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ROC-AUC: 90.25%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Insight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correctly identified all heart disease cases.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355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EF00B-C7E1-EDBE-800F-E34893952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892413" cy="91404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&amp; Comparative Analysis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8F7860-8D59-F334-27AB-72FECEE58C9F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380" y="1135266"/>
            <a:ext cx="8229240" cy="5722734"/>
          </a:xfrm>
        </p:spPr>
        <p:txBody>
          <a:bodyPr/>
          <a:lstStyle/>
          <a:p>
            <a:pPr marL="0" indent="0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PCA Results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Variance Retained: 80.57%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Model: SVM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Accuracy: 83.61%</a:t>
            </a:r>
          </a:p>
          <a:p>
            <a:pPr marL="0" indent="0" algn="ctr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(Comparative Analysis)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53A9E8-136D-337F-D05E-D6E4F0F41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375709"/>
              </p:ext>
            </p:extLst>
          </p:nvPr>
        </p:nvGraphicFramePr>
        <p:xfrm>
          <a:off x="1524000" y="3593231"/>
          <a:ext cx="60960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82778411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958261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8393263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Experiment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Best Model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57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Baseline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85-90%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7166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 – Square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2631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88.52%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1345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PCA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SVM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83.61%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5280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6742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D23C-DF8E-AD57-C3C2-5CAB3C0AC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942F59A-F3A5-AB52-F531-2E7D50955B8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609600" y="2305615"/>
            <a:ext cx="562865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effectively predicts heart disease.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selection improved model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RFE achieved the best overall results.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was the best-performing classifier. </a:t>
            </a:r>
          </a:p>
        </p:txBody>
      </p:sp>
    </p:spTree>
    <p:extLst>
      <p:ext uri="{BB962C8B-B14F-4D97-AF65-F5344CB8AC3E}">
        <p14:creationId xmlns:p14="http://schemas.microsoft.com/office/powerpoint/2010/main" val="3807588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34791</TotalTime>
  <Words>428</Words>
  <Application>Microsoft Office PowerPoint</Application>
  <PresentationFormat>On-screen Show (4:3)</PresentationFormat>
  <Paragraphs>128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Introduction</vt:lpstr>
      <vt:lpstr>Objectives</vt:lpstr>
      <vt:lpstr>Dataset &amp; Preprocessing</vt:lpstr>
      <vt:lpstr>Methodology</vt:lpstr>
      <vt:lpstr>Baseline &amp; Chi-Square Results</vt:lpstr>
      <vt:lpstr>RFE Results</vt:lpstr>
      <vt:lpstr>PCA &amp; Comparative Analysis</vt:lpstr>
      <vt:lpstr>Conclusion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apoorv chaubey</cp:lastModifiedBy>
  <cp:revision>2300</cp:revision>
  <dcterms:created xsi:type="dcterms:W3CDTF">2010-04-09T07:36:15Z</dcterms:created>
  <dcterms:modified xsi:type="dcterms:W3CDTF">2026-05-14T22:09:41Z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